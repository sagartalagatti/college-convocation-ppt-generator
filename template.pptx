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4786" autoAdjust="0"/>
    <p:restoredTop sz="94660"/>
  </p:normalViewPr>
  <p:slideViewPr>
    <p:cSldViewPr snapToGrid="0">
      <p:cViewPr varScale="1">
        <p:scale>
          <a:sx n="83" d="100"/>
          <a:sy n="83" d="100"/>
        </p:scale>
        <p:origin x="696" y="-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6F8EE-A129-C8BC-F4C5-262999E52C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94381C-3E04-64F2-D52C-D832687DE3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2D10F-DE53-802F-DFE1-82A50BFFA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9CBF4-6E54-46D1-99D3-9C6E0F0C357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DE8651-CE9B-3E8B-7949-FAF497F5C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90225-68F6-FD3A-F5F5-F4445BA96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A5180-DF85-45A5-A09B-54998968F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145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A2467-FCD7-6BAE-59F2-64516DEBB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E18E7-D1B3-84FE-4782-669370E99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7EA1C-1919-0807-6C7F-6FF34709F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9CBF4-6E54-46D1-99D3-9C6E0F0C357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F4902-9E9A-40F1-DACB-606E0AD6C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655D5-5B80-B343-C28C-D686DEA3F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A5180-DF85-45A5-A09B-54998968F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629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13B5E-1EBC-02C9-0D53-0CC84CCD5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D9C776-1D73-DA3D-735A-69903B9A20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31F62-6481-77AF-CDDE-A4AFD9547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9CBF4-6E54-46D1-99D3-9C6E0F0C357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92030-CE2D-95C8-350D-06B10A979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590F4-E241-2CE1-39E3-2F66F2870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A5180-DF85-45A5-A09B-54998968F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66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7E263-5896-FA02-B231-DB5352DE7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FA807-CE68-3207-2BD1-95FD393DEE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F8D2AD-8B5C-D731-A5D6-AFB089E216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3205F0-07CB-A65E-855E-CAFBC744E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9CBF4-6E54-46D1-99D3-9C6E0F0C357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465D7A-EC9B-8D64-0533-1296C46D0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A2E1FC-B522-273F-CF99-B48C71922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A5180-DF85-45A5-A09B-54998968F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579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56AA1-3546-7B47-4AFB-38C986C22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C6FF9E-2038-BB7F-9AE1-E34B640CF3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E61491-F0D1-DD8B-6EBA-FE7FAD5031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557399-460B-2D48-4A4E-2045D0FC9D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EE1673-EA6A-525E-B4AF-FF65F56A92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E59CE4-3B8D-BA5F-CC75-2F00DE756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9CBF4-6E54-46D1-99D3-9C6E0F0C357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87022D-E667-F15A-C324-05C95950A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AECE6B-4C40-D2AE-28BF-399372AC0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A5180-DF85-45A5-A09B-54998968F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800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21D6C-480B-0B42-B518-014B92717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D1703A-15EE-AB60-25E9-D81DE3D62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9CBF4-6E54-46D1-99D3-9C6E0F0C357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0EA835-5D1A-1253-6DAC-DE6D970CA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15B1AF-78F2-49FD-66CF-8E33BACEE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A5180-DF85-45A5-A09B-54998968F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313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C21847-A6E9-6A17-AB2B-FAFEBA826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9CBF4-6E54-46D1-99D3-9C6E0F0C357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9CDD3E-014F-95D7-79CA-A286FDC23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4BFABA-93E3-E4F9-D176-05A71F788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A5180-DF85-45A5-A09B-54998968F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400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C15B7-EF21-F364-E951-0F7C085C5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019CF-60FF-42DB-2A26-81A74735C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28D558-0F76-DBBE-91DC-709AF49B15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D31BEB-F9AB-B5FC-7E0D-BC8888E0F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9CBF4-6E54-46D1-99D3-9C6E0F0C357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80A649-4791-6765-001A-BE29A2D66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05B565-4618-8839-F92A-3228F68A0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A5180-DF85-45A5-A09B-54998968F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825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1EA66-C18E-D01F-24F4-EC84C9AF5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4FE5AB-1343-3AC8-760E-F569EB1723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F26F8C-D70F-8359-E609-327E94E2DA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781E4F-C472-A413-3F5B-39367EF74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9CBF4-6E54-46D1-99D3-9C6E0F0C357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0765CC-929C-DA5E-7996-B8749CCFE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750261-22C6-DACC-76F5-D0EC79D03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A5180-DF85-45A5-A09B-54998968F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236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1C8D2-4805-8F34-53D6-D99F69E1B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908016-93B6-C296-4987-702CA512DD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72056-FD82-C1A4-2B65-30FC38161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9CBF4-6E54-46D1-99D3-9C6E0F0C357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412A6-B8AE-FCF9-7D6F-B02D87428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A9386-1B80-13CE-C65D-B2F48BE5C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A5180-DF85-45A5-A09B-54998968F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336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BF710B-3300-EA51-38AB-A2E9DF2E97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74A172-CF27-7D27-6E5B-C28DB44B62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B64B3-67EA-E4F2-69E2-022B29956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9CBF4-6E54-46D1-99D3-9C6E0F0C357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8A88AD-86C1-BD3B-EFA3-E85180001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C4388-64C1-6DA2-5F30-927004E77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A5180-DF85-45A5-A09B-54998968F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6117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udent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AB8D4F2-46EA-E6CA-829C-B8AA842EDE2E}"/>
              </a:ext>
            </a:extLst>
          </p:cNvPr>
          <p:cNvSpPr txBox="1"/>
          <p:nvPr userDrawn="1"/>
        </p:nvSpPr>
        <p:spPr>
          <a:xfrm>
            <a:off x="2817091" y="0"/>
            <a:ext cx="655781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Karnatak Law Society’s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Gogte</a:t>
            </a:r>
            <a:r>
              <a:rPr lang="en-I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Institute of Technology</a:t>
            </a:r>
            <a:b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 of Computer Science &amp; Engineering </a:t>
            </a:r>
            <a:b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</a:t>
            </a:r>
            <a:r>
              <a:rPr lang="en-IN" sz="2400" b="1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Graduation Day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A3C3FD-7321-602A-F577-3FB9C7C042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30574" y="2077697"/>
            <a:ext cx="3027850" cy="270260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8ACBC4D-0167-E411-8D91-1D14D362404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12873" y="1569660"/>
            <a:ext cx="3519053" cy="3961478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8A714-B7C0-F5A4-C2C1-7D2B5ED274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78035" y="5583676"/>
            <a:ext cx="6788727" cy="64942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9F59FE2-2F1E-9E33-6855-78FA9EB273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12873" y="6285641"/>
            <a:ext cx="3519051" cy="406399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931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C47407-419C-85BC-2E36-40EDC2C40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BDAC3F-C4E1-9C27-36F1-25C72B530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01D392-AEA3-D434-3596-B5CF878112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79CBF4-6E54-46D1-99D3-9C6E0F0C357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0B94B-AB8D-8831-7206-15A33B16B4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07137-BBB8-A25C-68F8-0E40699D51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3A5180-DF85-45A5-A09B-54998968F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876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1E6B23A-3C6E-EFC8-DA1C-641F99D2EEC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2C6EBB-4E26-2915-8128-96E53686C4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4449211-4FD7-12A0-F038-FAA70E1B42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89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Sagar Talagatti</dc:creator>
  <cp:lastModifiedBy>Sagar Talagatti</cp:lastModifiedBy>
  <cp:revision>8</cp:revision>
  <dcterms:created xsi:type="dcterms:W3CDTF">2025-10-30T15:29:23Z</dcterms:created>
  <dcterms:modified xsi:type="dcterms:W3CDTF">2025-11-12T17:24:10Z</dcterms:modified>
</cp:coreProperties>
</file>